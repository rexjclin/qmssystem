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品質管理系統（QMS）</a:t>
            </a:r>
          </a:p>
          <a:p>
            <a:pPr algn="ctr"/>
            <a:r>
              <a:rPr sz="2000">
                <a:solidFill>
                  <a:srgbClr val="EBF3FA"/>
                </a:solidFill>
              </a:rPr>
              <a:t>PC 網頁管理後台 + Android 手機檢驗 App + Django REST API + 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1. 系統專案目標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建立 PC 與 Android 手機雙端的品質管理系統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PC：負責管理產品、檢驗標準、批次、異常與報表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Android：提供現場檢驗、填寫結果與上傳資料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後端：Django REST API 統一處理資料與權限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資料庫：MySQL 儲存所有系統資料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2. 整體系統架構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PC Web 管理後台 → HTTP / REST API → Django → MySQL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Android 手機檢驗 App → HTTP / REST API → Django → MySQL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兩端共用同一套後端與資料庫，避免資料不同步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圖片檔案由 Django Media 管理，資料庫儲存圖片路徑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3. 使用者角色與權限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管理員：帳號、人員、產品、系統資料與全部管理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品質主管：查看檢驗結果、處理異常、審核與結案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檢驗人員：查看待檢驗產品、執行檢驗、回報異常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4. PC 網頁管理後台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Dashboard：今日檢驗、合格、不良數量與品質趨勢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產品管理：產品分類、產品編號、規格與狀態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檢驗項目管理：標準值、上下限、檢驗方式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檢驗批次管理：建立批次、數量、檢驗狀態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異常與報表：不良品、改善措施、品質統計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5. Android 手機檢驗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使用者登入與身分驗證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查看待檢驗產品或批次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掃描 QR Code 取得產品資料（進階功能）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逐項填寫檢驗結果與測量數值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不良品拍照、填寫原因並上傳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查看個人檢驗紀錄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6. 現場品質檢驗流程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1363762" cy="1188720"/>
          </a:xfrm>
          <a:prstGeom prst="roundRect">
            <a:avLst/>
          </a:prstGeom>
          <a:solidFill>
            <a:srgbClr val="EBF3FA"/>
          </a:solidFill>
          <a:ln>
            <a:solidFill>
              <a:srgbClr val="35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04E"/>
                </a:solidFill>
              </a:rPr>
              <a:t>1
登入系統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31274" y="235915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56FAB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68434" y="2011680"/>
            <a:ext cx="1363762" cy="1188720"/>
          </a:xfrm>
          <a:prstGeom prst="roundRect">
            <a:avLst/>
          </a:prstGeom>
          <a:solidFill>
            <a:srgbClr val="DAE9F6"/>
          </a:solidFill>
          <a:ln>
            <a:solidFill>
              <a:srgbClr val="35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04E"/>
                </a:solidFill>
              </a:rPr>
              <a:t>2
查看待檢驗產品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9628" y="235915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56FAB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96788" y="2011680"/>
            <a:ext cx="1363762" cy="1188720"/>
          </a:xfrm>
          <a:prstGeom prst="roundRect">
            <a:avLst/>
          </a:prstGeom>
          <a:solidFill>
            <a:srgbClr val="EBF3FA"/>
          </a:solidFill>
          <a:ln>
            <a:solidFill>
              <a:srgbClr val="35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04E"/>
                </a:solidFill>
              </a:rPr>
              <a:t>3
掃描 / 選擇產品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7982" y="235915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56FAB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25142" y="2011680"/>
            <a:ext cx="1363762" cy="1188720"/>
          </a:xfrm>
          <a:prstGeom prst="roundRect">
            <a:avLst/>
          </a:prstGeom>
          <a:solidFill>
            <a:srgbClr val="DAE9F6"/>
          </a:solidFill>
          <a:ln>
            <a:solidFill>
              <a:srgbClr val="35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04E"/>
                </a:solidFill>
              </a:rPr>
              <a:t>4
開始檢驗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6336" y="235915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56FAB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53497" y="2011680"/>
            <a:ext cx="1363762" cy="1188720"/>
          </a:xfrm>
          <a:prstGeom prst="roundRect">
            <a:avLst/>
          </a:prstGeom>
          <a:solidFill>
            <a:srgbClr val="EBF3FA"/>
          </a:solidFill>
          <a:ln>
            <a:solidFill>
              <a:srgbClr val="35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04E"/>
                </a:solidFill>
              </a:rPr>
              <a:t>5
填寫結果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4691" y="235915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56FAB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81851" y="2011680"/>
            <a:ext cx="1363762" cy="1188720"/>
          </a:xfrm>
          <a:prstGeom prst="roundRect">
            <a:avLst/>
          </a:prstGeom>
          <a:solidFill>
            <a:srgbClr val="DAE9F6"/>
          </a:solidFill>
          <a:ln>
            <a:solidFill>
              <a:srgbClr val="35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04E"/>
                </a:solidFill>
              </a:rPr>
              <a:t>6
送出紀錄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73045" y="235915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56FAB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10205" y="2011680"/>
            <a:ext cx="1363762" cy="1188720"/>
          </a:xfrm>
          <a:prstGeom prst="roundRect">
            <a:avLst/>
          </a:prstGeom>
          <a:solidFill>
            <a:srgbClr val="EBF3FA"/>
          </a:solidFill>
          <a:ln>
            <a:solidFill>
              <a:srgbClr val="35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04E"/>
                </a:solidFill>
              </a:rPr>
              <a:t>7
主管審核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7. 品質異常處理流程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發現不良品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建立異常紀錄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品質主管確認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分析問題原因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制定改善措施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執行改善 → 驗證 → 結案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8. MySQL 資料庫主要資料表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roles、users：角色與使用者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product_categories、products：產品分類與產品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inspection_items、product_inspection_items：檢驗項目與產品關聯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inspection_batches：檢驗批次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inspection_records、inspection_results：檢驗紀錄與明細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defect_types、defect_records、defect_images：不良品與圖片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corrective_actions：改善措施與處理進度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9. 核心資料關聯（ERD 概念）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roles 1 → N users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product_categories 1 → N products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products N ↔ N inspection_items（透過 product_inspection_items）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products 1 → N inspection_batches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inspection_batches 1 → N inspection_records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inspection_records 1 → N inspection_results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inspection_records 1 → N defect_records → defect_images / corrective_actions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10. Django 後端模組規劃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accounts：登入、使用者與角色權限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products：產品、分類與檢驗項目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inspections：批次、檢驗紀錄與結果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defects：不良品、圖片與改善措施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dashboard：統計資料與品質分析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API：提供 PC 與 Android 共用 REST 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11. REST API 規劃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POST /api/login/：使用者登入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GET /api/inspection/pending/：取得待檢驗產品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GET /api/products/{id}/inspection-items/：取得檢驗項目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POST /api/inspection/submit/：送出檢驗結果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POST /api/defects/：建立不良品紀錄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GET /api/dashboard/：取得品質統計資料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12. 建議開發順序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1618488" cy="1188720"/>
          </a:xfrm>
          <a:prstGeom prst="roundRect">
            <a:avLst/>
          </a:prstGeom>
          <a:solidFill>
            <a:srgbClr val="EBF3FA"/>
          </a:solidFill>
          <a:ln>
            <a:solidFill>
              <a:srgbClr val="35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04E"/>
                </a:solidFill>
              </a:rPr>
              <a:t>1
資料庫設計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35915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56FAB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2011680"/>
            <a:ext cx="1618488" cy="1188720"/>
          </a:xfrm>
          <a:prstGeom prst="roundRect">
            <a:avLst/>
          </a:prstGeom>
          <a:solidFill>
            <a:srgbClr val="DAE9F6"/>
          </a:solidFill>
          <a:ln>
            <a:solidFill>
              <a:srgbClr val="35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04E"/>
                </a:solidFill>
              </a:rPr>
              <a:t>2
Django 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235915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56FAB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011680"/>
            <a:ext cx="1618488" cy="1188720"/>
          </a:xfrm>
          <a:prstGeom prst="roundRect">
            <a:avLst/>
          </a:prstGeom>
          <a:solidFill>
            <a:srgbClr val="EBF3FA"/>
          </a:solidFill>
          <a:ln>
            <a:solidFill>
              <a:srgbClr val="35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04E"/>
                </a:solidFill>
              </a:rPr>
              <a:t>3
PC 後台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35915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56FAB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011680"/>
            <a:ext cx="1618488" cy="1188720"/>
          </a:xfrm>
          <a:prstGeom prst="roundRect">
            <a:avLst/>
          </a:prstGeom>
          <a:solidFill>
            <a:srgbClr val="DAE9F6"/>
          </a:solidFill>
          <a:ln>
            <a:solidFill>
              <a:srgbClr val="35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04E"/>
                </a:solidFill>
              </a:rPr>
              <a:t>4
REST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35915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56FAB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011680"/>
            <a:ext cx="1618488" cy="1188720"/>
          </a:xfrm>
          <a:prstGeom prst="roundRect">
            <a:avLst/>
          </a:prstGeom>
          <a:solidFill>
            <a:srgbClr val="EBF3FA"/>
          </a:solidFill>
          <a:ln>
            <a:solidFill>
              <a:srgbClr val="35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04E"/>
                </a:solidFill>
              </a:rPr>
              <a:t>5
Android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359152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56FAB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2011680"/>
            <a:ext cx="1618488" cy="1188720"/>
          </a:xfrm>
          <a:prstGeom prst="roundRect">
            <a:avLst/>
          </a:prstGeom>
          <a:solidFill>
            <a:srgbClr val="DAE9F6"/>
          </a:solidFill>
          <a:ln>
            <a:solidFill>
              <a:srgbClr val="35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304E"/>
                </a:solidFill>
              </a:rPr>
              <a:t>6
進階功能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13. 第一版 MVP 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PC：登入、產品管理、檢驗項目、檢驗批次、檢驗結果查看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Android：登入、待檢驗清單、填寫檢驗結果、上傳資料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後端：Django REST API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資料庫：MySQL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先完成完整基本流程，再加入 QR Code、拍照、圖表與通知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14. 進階功能規劃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QR Code / Barcode 產品掃描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手機拍照上傳不良品圖片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Dashboard 圖表與不良率統計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品質異常通知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PDF 品質報表匯出</a:t>
            </a:r>
          </a:p>
          <a:p>
            <a:pPr>
              <a:spcAft>
                <a:spcPts val="1400"/>
              </a:spcAft>
              <a:defRPr sz="2000">
                <a:solidFill>
                  <a:srgbClr val="505050"/>
                </a:solidFill>
              </a:defRPr>
            </a:pPr>
            <a:r>
              <a:t>主管審核與改善措施追蹤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15. 系統最終目標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PC：提供完整的管理、設定與品質數據分析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Android：提供快速、方便的現場品質檢驗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Django：作為統一後端與 API 服務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MySQL：集中管理所有產品與品質資料</a:t>
            </a:r>
          </a:p>
          <a:p>
            <a:pPr>
              <a:spcAft>
                <a:spcPts val="1400"/>
              </a:spcAft>
              <a:defRPr sz="2400">
                <a:solidFill>
                  <a:srgbClr val="505050"/>
                </a:solidFill>
              </a:defRPr>
            </a:pPr>
            <a:r>
              <a:t>完成後可形成完整的企業品質管理系統專題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